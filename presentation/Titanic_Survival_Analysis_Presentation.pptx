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37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45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04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82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85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2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09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67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05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36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5203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607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2541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71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615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62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B89D4-5BB6-4232-8182-22A4D6C95E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4DB0CD8-B6FA-47EA-A63B-89F4293A1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374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1CC9-D31F-057D-EE57-2534441AC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96686"/>
            <a:ext cx="7766936" cy="109689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Titanic Survival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F807F-259C-A0BB-0E66-A5932C8D7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4" y="2645229"/>
            <a:ext cx="8294289" cy="783771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Task 4: Data Storytelling And Statistical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399D1-5149-EA23-CD35-EB47505A97FB}"/>
              </a:ext>
            </a:extLst>
          </p:cNvPr>
          <p:cNvSpPr txBox="1"/>
          <p:nvPr/>
        </p:nvSpPr>
        <p:spPr>
          <a:xfrm rot="10800000" flipV="1">
            <a:off x="5765798" y="4357000"/>
            <a:ext cx="405130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 MADDALA SRAVANI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 PLANET</a:t>
            </a:r>
          </a:p>
        </p:txBody>
      </p:sp>
    </p:spTree>
    <p:extLst>
      <p:ext uri="{BB962C8B-B14F-4D97-AF65-F5344CB8AC3E}">
        <p14:creationId xmlns:p14="http://schemas.microsoft.com/office/powerpoint/2010/main" val="1133121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D856D-774E-319D-ADE7-106F81115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3E78-B24D-338B-E72F-9E437AAED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analysis is to understand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factors that influenced passenger survival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Titanic and identify key patterns using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statistical validation.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DCED9-B317-2771-C7D6-1D8F45130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00" y="2160589"/>
            <a:ext cx="3797300" cy="27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9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0003-CD7F-5AB2-A9F9-34206099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D37B7-7A1B-01CD-EF6B-FE20990AB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Titanic Dataset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Passenger Class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Gender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Age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Fare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Survival Status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891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02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857C-E163-143F-F685-D969D53A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8AB6F-F0A0-7C96-9A33-8A4FD37E0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Female passengers had higher survival rates.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First-class passengers survived more often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than second and third-class passengers.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Passenger class influenced survival chances.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Survival varied significantly across groups.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67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EBCF-0F18-87C4-036D-580EA3D1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41968-EBD6-E93D-B2A8-4ACF421A6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revealed that survival was strongly associated with gender and passenger class.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Female passengers had a much higher chance of survival compared to males.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Passengers travelling in first class also experienced better survival outcomes.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findings suggest that social and economic factors played an important role during the disaster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47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74D4C-25B0-1A6B-B361-77AE5B7A1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0AF32-314B-E806-B519-E396FBC72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H0: Male and female survival rates are equal.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H1: Male and female survival rates are different.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T-Test was performed to validate the hypothesis.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4FFDC-E5C7-9506-8AAC-F44A29ABB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99" y="253837"/>
            <a:ext cx="4972363" cy="2946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0221D3-D09F-B1C0-8E9F-378F57B69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99" y="3302000"/>
            <a:ext cx="4972363" cy="313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38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C9BB-2B16-DD7A-966E-02A2A716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C4BF-93D1-26EB-76C9-74407E104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688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emergency preparedness.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Ensure equal access to safety measures.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 data-driven planning for passenger safety.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showed that gender and passenger class significantly influenced survival.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testing confirmed these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findings,demonstrating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value of data storytelling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and hypothesis testing.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0727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</TotalTime>
  <Words>253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Titanic Survival Analysis</vt:lpstr>
      <vt:lpstr>Business Objective</vt:lpstr>
      <vt:lpstr>Dataset Overview</vt:lpstr>
      <vt:lpstr>Key Insights</vt:lpstr>
      <vt:lpstr>Data Story</vt:lpstr>
      <vt:lpstr>Statistical Validation</vt:lpstr>
      <vt:lpstr>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M.SRAVANI</dc:creator>
  <cp:lastModifiedBy>M.SRAVANI</cp:lastModifiedBy>
  <cp:revision>1</cp:revision>
  <dcterms:created xsi:type="dcterms:W3CDTF">2026-06-12T10:45:28Z</dcterms:created>
  <dcterms:modified xsi:type="dcterms:W3CDTF">2026-06-12T11:16:37Z</dcterms:modified>
</cp:coreProperties>
</file>